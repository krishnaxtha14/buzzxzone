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463040"/>
            <a:ext cx="9418320" cy="2194560"/>
          </a:xfrm>
          <a:prstGeom prst="rect">
            <a:avLst/>
          </a:prstGeom>
          <a:solidFill>
            <a:srgbClr val="00402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1600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FF88"/>
                </a:solidFill>
              </a:rPr>
              <a:t>🌿  buzzXzone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Eco Learning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1828800" cy="45720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🐍 Snake Quiz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840480"/>
            <a:ext cx="1828800" cy="457200"/>
          </a:xfrm>
          <a:prstGeom prst="rect">
            <a:avLst/>
          </a:prstGeom>
          <a:solidFill>
            <a:srgbClr val="0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🧮 Math Quiz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840480"/>
            <a:ext cx="1828800" cy="457200"/>
          </a:xfrm>
          <a:prstGeom prst="rect">
            <a:avLst/>
          </a:prstGeom>
          <a:solidFill>
            <a:srgbClr val="60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🔒 Cyber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840480"/>
            <a:ext cx="2011680" cy="457200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8679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🃏 Memory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CCAA"/>
                </a:solidFill>
              </a:rPr>
              <a:t>An educational gamified web platform built with Flask +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🔗  buzzxzone.vercel.app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What is buzzXzone?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Gamified eco-education in your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4389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</a:rPr>
              <a:t>Eco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Learn ecology &amp;
cybersecurity
through 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566160" cy="4389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</a:rPr>
              <a:t>Game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54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Snake, Quiz, Memory
games — all in one
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566160" cy="4389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</a:rPr>
              <a:t>Gamification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Points, unlockables
&amp; high-score
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</a:rPr>
              <a:t>🌐  buzzxzone.vercel.app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Full-stack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577840" cy="219456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</a:rPr>
              <a:t>Python /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Backend logic, routing,
OTP email, session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25880"/>
            <a:ext cx="5577840" cy="219456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Supabase cloud DB
users +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577840" cy="2194560"/>
          </a:xfrm>
          <a:prstGeom prst="rect">
            <a:avLst/>
          </a:prstGeom>
          <a:solidFill>
            <a:srgbClr val="0D2B1A"/>
          </a:solidFill>
          <a:ln w="1905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5FFF"/>
                </a:solidFill>
              </a:rPr>
              <a:t>HTML / CSS /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72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Canvas 2D games,
neon forest UI theme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794760"/>
            <a:ext cx="5577840" cy="2194560"/>
          </a:xfrm>
          <a:prstGeom prst="rect">
            <a:avLst/>
          </a:prstGeom>
          <a:solidFill>
            <a:srgbClr val="0D2B1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72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Serverless deployment
CI/CD auto-deploy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Secure OTP email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Enter username,
email &amp;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34747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OTP 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6-digit code via
Gmail SMTP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34747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Enter OTP to
activate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651760" cy="34747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Access all games
&amp; your scores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0A28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D4FF"/>
                </a:solidFill>
              </a:rPr>
              <a:t>🔒  Forgot Password?  →  Email OTP  →  Verify  →  Set New Password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Game hub with animated capybara mascot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943600" cy="5120640"/>
          </a:xfrm>
          <a:prstGeom prst="rect">
            <a:avLst/>
          </a:prstGeom>
          <a:solidFill>
            <a:srgbClr val="0D1F1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943600" cy="365760"/>
          </a:xfrm>
          <a:prstGeom prst="rect">
            <a:avLst/>
          </a:prstGeom>
          <a:solidFill>
            <a:srgbClr val="153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🔗 buzzxzone.vercel.app/dashboard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</a:rPr>
              <a:t>🌿  Welcome, Player!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486400" cy="1188720"/>
          </a:xfrm>
          <a:prstGeom prst="rect">
            <a:avLst/>
          </a:prstGeom>
          <a:solidFill>
            <a:srgbClr val="05281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🦫  Capy says: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"Keep learning, every point counts!"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1554480" cy="1463040"/>
          </a:xfrm>
          <a:prstGeom prst="rect">
            <a:avLst/>
          </a:prstGeom>
          <a:solidFill>
            <a:srgbClr val="0D2B1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</a:rPr>
              <a:t>Snake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657600"/>
            <a:ext cx="1554480" cy="1463040"/>
          </a:xfrm>
          <a:prstGeom prst="rect">
            <a:avLst/>
          </a:prstGeom>
          <a:solidFill>
            <a:srgbClr val="0D2B1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Math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1554480" cy="1463040"/>
          </a:xfrm>
          <a:prstGeom prst="rect">
            <a:avLst/>
          </a:prstGeom>
          <a:solidFill>
            <a:srgbClr val="0D2B1A"/>
          </a:solidFill>
          <a:ln w="1524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749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5FFF"/>
                </a:solidFill>
              </a:rPr>
              <a:t>Cyber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5486400" cy="274320"/>
          </a:xfrm>
          <a:prstGeom prst="rect">
            <a:avLst/>
          </a:prstGeom>
          <a:solidFill>
            <a:srgbClr val="05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2743200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Score: 50 / 100 pts  →  Unlock Memory Match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371600"/>
            <a:ext cx="2468880" cy="2103120"/>
          </a:xfrm>
          <a:prstGeom prst="rect">
            <a:avLst/>
          </a:prstGeom>
          <a:solidFill>
            <a:srgbClr val="0D2B1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Capybara Mascot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 rotating
messages on canvas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371600"/>
            <a:ext cx="2468880" cy="2103120"/>
          </a:xfrm>
          <a:prstGeom prst="rect">
            <a:avLst/>
          </a:prstGeom>
          <a:solidFill>
            <a:srgbClr val="0D2B1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63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Neon Mouse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Particle cursor
effect on all 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840480"/>
            <a:ext cx="2468880" cy="2103120"/>
          </a:xfrm>
          <a:prstGeom prst="rect">
            <a:avLst/>
          </a:prstGeom>
          <a:solidFill>
            <a:srgbClr val="0D2B1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931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Progress 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074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Tracks score toward
Memory Match unlock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3840480"/>
            <a:ext cx="2468880" cy="2103120"/>
          </a:xfrm>
          <a:prstGeom prst="rect">
            <a:avLst/>
          </a:prstGeom>
          <a:solidFill>
            <a:srgbClr val="0D2B1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931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Forest UI Theme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074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Dark-green animated
cards &amp; float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🐍  Eco Snake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Auto-playing snake controlled by your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760720" cy="5120640"/>
          </a:xfrm>
          <a:prstGeom prst="rect">
            <a:avLst/>
          </a:prstGeom>
          <a:solidFill>
            <a:srgbClr val="02120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88"/>
                </a:solidFill>
              </a:rPr>
              <a:t>🐍  SNAKE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🟩🟩🟩⬛⬛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⬛⬛🟩⬛⬛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⬛⬛🟩🟩🟩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⬛⬛⬛⬛🍎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5303520" cy="731520"/>
          </a:xfrm>
          <a:prstGeom prst="rect">
            <a:avLst/>
          </a:prstGeom>
          <a:solidFill>
            <a:srgbClr val="0A28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❓  "Which gas do plants absorb?"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2377440" cy="411480"/>
          </a:xfrm>
          <a:prstGeom prst="rect">
            <a:avLst/>
          </a:prstGeom>
          <a:solidFill>
            <a:srgbClr val="05351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A. CO₂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4754880"/>
            <a:ext cx="2377440" cy="411480"/>
          </a:xfrm>
          <a:prstGeom prst="rect">
            <a:avLst/>
          </a:prstGeom>
          <a:solidFill>
            <a:srgbClr val="0D2B1A"/>
          </a:solidFill>
          <a:ln w="12700">
            <a:solidFill>
              <a:srgbClr val="44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800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8855"/>
                </a:solidFill>
              </a:rPr>
              <a:t>B. O₂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57800"/>
            <a:ext cx="2377440" cy="411480"/>
          </a:xfrm>
          <a:prstGeom prst="rect">
            <a:avLst/>
          </a:prstGeom>
          <a:solidFill>
            <a:srgbClr val="0D2B1A"/>
          </a:solidFill>
          <a:ln w="12700">
            <a:solidFill>
              <a:srgbClr val="44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8855"/>
                </a:solidFill>
              </a:rPr>
              <a:t>C. N₂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5257800"/>
            <a:ext cx="2377440" cy="411480"/>
          </a:xfrm>
          <a:prstGeom prst="rect">
            <a:avLst/>
          </a:prstGeom>
          <a:solidFill>
            <a:srgbClr val="0D2B1A"/>
          </a:solidFill>
          <a:ln w="12700">
            <a:solidFill>
              <a:srgbClr val="44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5303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8855"/>
                </a:solidFill>
              </a:rPr>
              <a:t>D. H₂O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37160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F88"/>
                </a:solidFill>
              </a:rPr>
              <a:t>✅ 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+10 pts
Snake GROWS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37160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444"/>
                </a:solidFill>
              </a:rPr>
              <a:t>❌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96596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-pts
Snake SHRINKS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84048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⏱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348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20 seconds
per question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384048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9319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🔀 Shuffle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4348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Questions
randomised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🧮  Math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Three difficulty tiers with 10 pts per correct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566160" cy="4114800"/>
          </a:xfrm>
          <a:prstGeom prst="rect">
            <a:avLst/>
          </a:prstGeom>
          <a:solidFill>
            <a:srgbClr val="0D2B1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88"/>
                </a:solidFill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Basic arithmetic
+ / - / ×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19" y="4160520"/>
            <a:ext cx="1828800" cy="38404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4187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40A"/>
                </a:solidFill>
              </a:rPr>
              <a:t>10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3566160" cy="4114800"/>
          </a:xfrm>
          <a:prstGeom prst="rect">
            <a:avLst/>
          </a:prstGeom>
          <a:solidFill>
            <a:srgbClr val="0D2B1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71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Algebra &amp;
percentages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4160520"/>
            <a:ext cx="182880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4187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40A"/>
                </a:solidFill>
              </a:rPr>
              <a:t>10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566160" cy="4114800"/>
          </a:xfrm>
          <a:prstGeom prst="rect">
            <a:avLst/>
          </a:prstGeom>
          <a:solidFill>
            <a:srgbClr val="0D2B1A"/>
          </a:solidFill>
          <a:ln w="254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23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A00"/>
                </a:solidFill>
              </a:rPr>
              <a:t>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Complex equations
&amp; problem solving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4160520"/>
            <a:ext cx="182880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4187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40A"/>
                </a:solidFill>
              </a:rPr>
              <a:t>10 Questions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0A223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⚙️  Powered by the shared quiz.js engine  •  Questions shuffled every session  •  20s timer per question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🔒  Eco Cyber-Security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Digital safety framed around eco habits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0" cy="5029200"/>
          </a:xfrm>
          <a:prstGeom prst="rect">
            <a:avLst/>
          </a:prstGeom>
          <a:solidFill>
            <a:srgbClr val="0D2B1A"/>
          </a:solidFill>
          <a:ln w="1905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5FFF"/>
                </a:solidFill>
              </a:rPr>
              <a:t>Topics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🌐  Safe browsing &amp; phishing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🔑  Password hygiene &amp; 2FA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📧  Email scams &amp; social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🛡️   Data privacy &amp; eco-digital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🔍  Malware &amp; suspicious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371600"/>
            <a:ext cx="2743200" cy="182880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88"/>
                </a:solidFill>
              </a:rPr>
              <a:t>Easy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371600"/>
            <a:ext cx="2743200" cy="182880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657600"/>
            <a:ext cx="2743200" cy="1828800"/>
          </a:xfrm>
          <a:prstGeom prst="rect">
            <a:avLst/>
          </a:prstGeom>
          <a:solidFill>
            <a:srgbClr val="0D2B1A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703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A00"/>
                </a:solidFill>
              </a:rPr>
              <a:t>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5623560"/>
            <a:ext cx="5943600" cy="822960"/>
          </a:xfrm>
          <a:prstGeom prst="rect">
            <a:avLst/>
          </a:prstGeom>
          <a:solidFill>
            <a:srgbClr val="140A28"/>
          </a:solidFill>
          <a:ln w="1270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7607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5FFF"/>
                </a:solidFill>
              </a:rPr>
              <a:t>10 pts per answer  •  20s timer  •  Randomised each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🃏  Memory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Unlock at 100 pts — 4×4 card flip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760720" cy="5120640"/>
          </a:xfrm>
          <a:prstGeom prst="rect">
            <a:avLst/>
          </a:prstGeom>
          <a:solidFill>
            <a:srgbClr val="0814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4 × 4 GRID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1143000" cy="822960"/>
          </a:xfrm>
          <a:prstGeom prst="rect">
            <a:avLst/>
          </a:prstGeom>
          <a:solidFill>
            <a:srgbClr val="00559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920240"/>
            <a:ext cx="1143000" cy="822960"/>
          </a:xfrm>
          <a:prstGeom prst="rect">
            <a:avLst/>
          </a:prstGeom>
          <a:solidFill>
            <a:srgbClr val="00559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96596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2024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6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1143000" cy="822960"/>
          </a:xfrm>
          <a:prstGeom prst="rect">
            <a:avLst/>
          </a:prstGeom>
          <a:solidFill>
            <a:srgbClr val="00559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926080"/>
            <a:ext cx="1143000" cy="822960"/>
          </a:xfrm>
          <a:prstGeom prst="rect">
            <a:avLst/>
          </a:prstGeom>
          <a:solidFill>
            <a:srgbClr val="00559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92608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97180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92608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7180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93192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7764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393192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4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93192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397764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93192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97764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3776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98348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493776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98348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493776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498348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937760"/>
            <a:ext cx="1143000" cy="822960"/>
          </a:xfrm>
          <a:prstGeom prst="rect">
            <a:avLst/>
          </a:prstGeom>
          <a:solidFill>
            <a:srgbClr val="052840"/>
          </a:solidFill>
          <a:ln w="12700">
            <a:solidFill>
              <a:srgbClr val="22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98348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137160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14630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1945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Locked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6060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Requires 100 pts
to unlock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137160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14630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1945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Flip Cards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6060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Find matching
pairs of icons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84048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39319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6634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Match Found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0749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Cards stay revealed
+10 pts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840480"/>
            <a:ext cx="260604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9319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6634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Win Condition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0749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Match all 8 pairs
to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🏆  Gamification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Points, unlocks &amp; high-score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417320"/>
            <a:ext cx="8961120" cy="594360"/>
          </a:xfrm>
          <a:prstGeom prst="rect">
            <a:avLst/>
          </a:prstGeom>
          <a:solidFill>
            <a:srgbClr val="05201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417320"/>
            <a:ext cx="4480560" cy="5943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40A"/>
                </a:solidFill>
              </a:rPr>
              <a:t>50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🔒 Memory Match unlocks at 100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743200" cy="320040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88"/>
                </a:solidFill>
              </a:rPr>
              <a:t>10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One correct
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286000"/>
            <a:ext cx="2743200" cy="320040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50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Halfway
to unlock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743200" cy="3200400"/>
          </a:xfrm>
          <a:prstGeom prst="rect">
            <a:avLst/>
          </a:prstGeom>
          <a:solidFill>
            <a:srgbClr val="0D2B1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100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Memory Match
UNLOCKED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286000"/>
            <a:ext cx="2743200" cy="3200400"/>
          </a:xfrm>
          <a:prstGeom prst="rect">
            <a:avLst/>
          </a:prstGeom>
          <a:solidFill>
            <a:srgbClr val="0D2B1A"/>
          </a:solidFill>
          <a:ln w="1905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F5FFF"/>
                </a:solidFill>
              </a:rPr>
              <a:t>∞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High Score
Persists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CCAA"/>
                </a:solidFill>
              </a:rPr>
              <a:t>⚙️  Scores stored in PostgreSQL  •  High score never decreases  •  memory_unlocked flag auto-set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⚙️  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Flask + PostgreSQL (Supabase) + Vercel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2194560" cy="1828800"/>
          </a:xfrm>
          <a:prstGeom prst="rect">
            <a:avLst/>
          </a:prstGeom>
          <a:solidFill>
            <a:srgbClr val="052814"/>
          </a:solidFill>
          <a:ln w="228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88"/>
                </a:solidFill>
              </a:rPr>
              <a:t>🌐
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286000"/>
            <a:ext cx="2194560" cy="1828800"/>
          </a:xfrm>
          <a:prstGeom prst="rect">
            <a:avLst/>
          </a:prstGeom>
          <a:solidFill>
            <a:srgbClr val="051428"/>
          </a:solidFill>
          <a:ln w="228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🐍
Flask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86000"/>
            <a:ext cx="2194560" cy="1828800"/>
          </a:xfrm>
          <a:prstGeom prst="rect">
            <a:avLst/>
          </a:prstGeom>
          <a:solidFill>
            <a:srgbClr val="140528"/>
          </a:solidFill>
          <a:ln w="2286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F5FFF"/>
                </a:solidFill>
              </a:rPr>
              <a:t>🐘
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2194560" cy="1828800"/>
          </a:xfrm>
          <a:prstGeom prst="rect">
            <a:avLst/>
          </a:prstGeom>
          <a:solidFill>
            <a:srgbClr val="282000"/>
          </a:solidFill>
          <a:ln w="228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📧
Gmail SMTP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4937760" cy="2103120"/>
          </a:xfrm>
          <a:prstGeom prst="rect">
            <a:avLst/>
          </a:prstGeom>
          <a:solidFill>
            <a:srgbClr val="140528"/>
          </a:solidFill>
          <a:ln w="19050">
            <a:solidFill>
              <a:srgbClr val="B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62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5FFF"/>
                </a:solidFill>
              </a:rPr>
              <a:t>users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  •  username  • 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76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password (hashed)  •  high_score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33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memory_unlocked (boolean)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389120"/>
            <a:ext cx="6126480" cy="2103120"/>
          </a:xfrm>
          <a:prstGeom prst="rect">
            <a:avLst/>
          </a:prstGeom>
          <a:solidFill>
            <a:srgbClr val="05142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4622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Key 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9194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/login  /register  /verify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3766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/games/&lt;type&gt;/&lt;difficulty&gt;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833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/games/memory  /health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88"/>
                </a:solidFill>
              </a:rPr>
              <a:t>☁️ 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FFCC"/>
                </a:solidFill>
              </a:rPr>
              <a:t>Vercel Serverless  •  Auto CI/CD from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41148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0" cy="5120640"/>
          </a:xfrm>
          <a:prstGeom prst="rect">
            <a:avLst/>
          </a:prstGeom>
          <a:solidFill>
            <a:srgbClr val="0D2B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📁 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📄 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Flask routes + DB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⚙️  vercel.json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87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Serverless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95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📋 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095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3133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🗂️  questions/*.json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3133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 question banks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🎨  static/style.css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453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Forest neon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🎮  static/game.js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Snake game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96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</a:rPr>
              <a:t>📝  templates/*.html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96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13 Jinja2 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371600"/>
            <a:ext cx="274320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Push to
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git push origin 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371600"/>
            <a:ext cx="274320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417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Vercel
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Auto-build triggers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931920"/>
            <a:ext cx="274320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977639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Live on
Vercel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257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buzzxzone.vercel.app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931920"/>
            <a:ext cx="2743200" cy="2103120"/>
          </a:xfrm>
          <a:prstGeom prst="rect">
            <a:avLst/>
          </a:prstGeom>
          <a:solidFill>
            <a:srgbClr val="0D2B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977639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754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Supabase
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257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PostgreSQL pooler
port 6543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30000" cy="411480"/>
          </a:xfrm>
          <a:prstGeom prst="rect">
            <a:avLst/>
          </a:prstGeom>
          <a:solidFill>
            <a:srgbClr val="10201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</a:rPr>
              <a:t>🔐  Env vars: DATABASE_URL  •  FLASK_SECRET_KEY  •  GMAIL_USER  •  GMAIL_PASSWORD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solidFill>
            <a:srgbClr val="003018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00FF88"/>
                </a:solidFill>
              </a:rPr>
              <a:t>🌿  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It's been a journey building eco-education through 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FFCC"/>
                </a:solidFill>
              </a:rPr>
              <a:t>Questions? Feedback? Let's talk  🎮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94960"/>
            <a:ext cx="1737360" cy="45720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🐍 Snake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5394960"/>
            <a:ext cx="1737360" cy="457200"/>
          </a:xfrm>
          <a:prstGeom prst="rect">
            <a:avLst/>
          </a:prstGeom>
          <a:solidFill>
            <a:srgbClr val="0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🧮 Math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394960"/>
            <a:ext cx="1737360" cy="457200"/>
          </a:xfrm>
          <a:prstGeom prst="rect">
            <a:avLst/>
          </a:prstGeom>
          <a:solidFill>
            <a:srgbClr val="60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🔒 Cyber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5394960"/>
            <a:ext cx="1737360" cy="457200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🃏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5394960"/>
            <a:ext cx="1828800" cy="457200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5422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☁️  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217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🔗  buzzxzone.vercel.app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